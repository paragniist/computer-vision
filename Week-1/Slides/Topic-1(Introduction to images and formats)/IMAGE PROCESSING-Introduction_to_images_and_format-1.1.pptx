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 Slab"/>
      <p:regular r:id="rId24"/>
      <p:bold r:id="rId25"/>
    </p:embeddedFont>
    <p:embeddedFont>
      <p:font typeface="Robo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Slab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regular.fntdata"/><Relationship Id="rId25" Type="http://schemas.openxmlformats.org/officeDocument/2006/relationships/font" Target="fonts/RobotoSlab-bold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a0272dc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9a0272dc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a0272dcc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a0272dc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9a0272dc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9a0272dc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9a0272dc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9a0272dc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9a0272dcc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9a0272dcc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a0272dc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a0272dc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9a0272dc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9a0272dc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9a0272dcc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9a0272dcc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9a0272dcc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9a0272dc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9a0272dcc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9a0272dcc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a0272dcc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a0272dcc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a0272dcc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9a0272dcc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9a0272dcc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9a0272dcc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9a0272dcc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9a0272dc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df9b606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df9b606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9df9b606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9df9b606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a655939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a655939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olab.research.google.com/drive/1ov7DY8HomVY3fu8MiS-R-nXRQ17CbpjR#scrollTo=9fwq4qfzKiPU" TargetMode="External"/><Relationship Id="rId4" Type="http://schemas.openxmlformats.org/officeDocument/2006/relationships/hyperlink" Target="https://colab.research.google.com/drive/1FKHTct1V13nu0KFRR8ajkXBdGP9_U4Ce#scrollTo=oLPZbxd9M5X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PROCESSING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WEEK-1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-502919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INTRODUCTION TO IMAGES AND FORMATS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-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is an image?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Roboto"/>
              <a:buChar char="-"/>
            </a:pPr>
            <a:r>
              <a:rPr b="1" lang="en-GB" sz="19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Definition:</a:t>
            </a:r>
            <a:endParaRPr b="1" sz="19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 image is a numerical matrix(a grid of numbers) that represents the intensity or color of each point(pixel) in the picture.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In simple terms: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 image is an mosaic of tiny dots called pixels.Each pixel is a building block containing color and intensity information,which together create the complete picture.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Why image is important in computer vision?</a:t>
            </a:r>
            <a:endParaRPr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Computer vision uses images to: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Detect objects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Recognize faces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Classify images(eg. Dogs vs. cats)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Track movements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 text(OCR)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Understand scenes(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autonomous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cars)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5598" y="2571750"/>
            <a:ext cx="3548900" cy="20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-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Types of digital images-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AutoNum type="alphaLcPeriod"/>
            </a:pPr>
            <a:r>
              <a:rPr b="1" lang="en-GB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Raster images(Bitmap images)-</a:t>
            </a:r>
            <a:endParaRPr b="1"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These images are made up of of pixels(tiny dots of colors).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haracteristics: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Lose quality when zoomed in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Store color values for every pixel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Very common in AI and ML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Examples: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Photos from phones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Screenshots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Computer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vision datasets(CiFAR-10,MNIST,ImageNet)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Common raster formats: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JPEG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GIF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TIFF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BMP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37950" y="-12650"/>
            <a:ext cx="9106200" cy="50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-GB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-GB" sz="18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   Vector images-</a:t>
            </a:r>
            <a:endParaRPr b="1" sz="18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These images are made of mathematical curves and shapes(not pixels).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haracteristics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Doesn’t lose quality when zoomed in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Great for printing and resizing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Not used in computer vision tasks.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Examples: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Logos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Icons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Illustrations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SVG graphics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Common vector formats: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SVG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AI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EPS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lphaL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PDF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12650" y="-25300"/>
            <a:ext cx="90807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accent3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In computer vision,raster images are classified into:</a:t>
            </a:r>
            <a:endParaRPr b="1" sz="1900">
              <a:solidFill>
                <a:schemeClr val="accent3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Binary images: Only two color: black-(0) and white-(1)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Used in-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Thresholding, Mask processing, OCR(optical character recognition)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80000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Grayscale images: Only shades of gray(0-255)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Used in-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Edge detection, Medical imaging , Classical computer vision(Canny,etc)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80000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Color images(RGB images): Three channels: Red, Green, Blue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Used in-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Object 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detection, Classification, Segmentation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80000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Multispectral images: More than three channels(eg. 7-15 channels)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Used in-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Satellite imaging, Agriculture, Environment monitoring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80000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Hyperspectral images: Hundreds of channels(100-200+ channels)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Used in-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Minerals analysis, Medical diagnosis, Scientific imaging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80000"/>
              </a:solidFill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3D images: contain depth information in addition to 2D pixels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Used in-</a:t>
            </a:r>
            <a:r>
              <a:rPr lang="en-GB" sz="18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800">
                <a:solidFill>
                  <a:schemeClr val="dk1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CT scans, MRI scans, VR,AR furnitures(eg;ikea), e-commerce virtual(lensk)</a:t>
            </a:r>
            <a:endParaRPr sz="1800">
              <a:solidFill>
                <a:schemeClr val="dk1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37950" y="-10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-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Image formats: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JPEG/JPG(Joint Photographic Experts Group):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Small size images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 good quality  for natural images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Photos(camera,phones)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Social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media images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 photos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Machine learning dataset(CIFAR)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6800" y="416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PNG(Portable 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network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 graphics)-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 quality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loss of details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Transparent backgrounds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Logos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Icons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 graphics needing transparency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Screenshots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14875" y="-2975"/>
            <a:ext cx="9063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GIF(Graphics interchange format):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Lightweight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animations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 animations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Memes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Simple graphics with few colors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BMP(Bitmap image file):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Pure pixels data,no loss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Raw image data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processing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experiments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Medical imaging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47625" y="-8925"/>
            <a:ext cx="90963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TIFF(Tagged image file format):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Very high quality images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store multiple layers and channels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High-quality photography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Medical imaging(X-ray,MRI)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Satellite images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Document scanning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Printing industry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WEBP(Web picture format):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 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Better compression than JPG and PNG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Google recommends it for web performance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47625" y="20825"/>
            <a:ext cx="89892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-   Modern websites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-   Performance-optimized web graphics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-   Replacing JPG/PNG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HEIF/HEIC(High efficiency image format):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Superior compression and quality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Supports depth maps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Iphone and high-end cameras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Storing high-quality photos with small file size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/>
        </p:nvSpPr>
        <p:spPr>
          <a:xfrm>
            <a:off x="17850" y="35725"/>
            <a:ext cx="9144000" cy="4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RAW image formats(CR2,NEF,ARW,DNG):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Maximum details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Best for editing or ML processing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Professional photography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processing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Computer vision research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SVG(Scalable vector graphics):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vector image format.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Why?: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Infinite scalability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Very small size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Logos,icons,diagrams,illustrations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Wen and UI designs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0" y="-89275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EPS(Encapsulated postscript):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vector image format.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 media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High-resolution graphics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Professional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logos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PDF(Portable 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document</a:t>
            </a: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 format):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hybrid image format(vector+raster)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-    Documents with images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-    Print-ready designs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-    Multi-page graphics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800"/>
              <a:buFont typeface="Roboto"/>
              <a:buChar char="●"/>
            </a:pPr>
            <a:r>
              <a:rPr b="1" lang="en-GB" sz="1800">
                <a:solidFill>
                  <a:srgbClr val="980000"/>
                </a:solidFill>
                <a:highlight>
                  <a:schemeClr val="lt2"/>
                </a:highlight>
                <a:latin typeface="Roboto"/>
                <a:ea typeface="Roboto"/>
                <a:cs typeface="Roboto"/>
                <a:sym typeface="Roboto"/>
              </a:rPr>
              <a:t>HDR/EXR(High dynamic range images):</a:t>
            </a:r>
            <a:endParaRPr b="1" sz="1800">
              <a:solidFill>
                <a:srgbClr val="980000"/>
              </a:solidFill>
              <a:highlight>
                <a:schemeClr val="lt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an raster image format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cases: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Visual effects, lightweight environments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Gaming,scientific imaging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/>
        </p:nvSpPr>
        <p:spPr>
          <a:xfrm>
            <a:off x="32750" y="-23825"/>
            <a:ext cx="91113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spaces-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Color Spaces is a specific organisation of colors that helps in the representation and reproduction of digital images.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Types of color spaces are-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RGB - Red green Blue- it combines the three colors in various ways to produce hues.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HSV - Hue, saturation and value - which represents the color in terms of the shade,vibrancy and brightness.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Grayscale image- it strips away color to focus on shades of grey highlighting texture and contrast.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BGR(Blue green red)- this is an additive color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spaces, it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an color model that stores pixel values in the order:[BLUE,GREEN,RED],this format is used in opencv2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AutoNum type="arabicPeriod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CMYK(Cyan-magenta-Yellow-key(Black))- this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subtractive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color model is used for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printing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.this is used in printing presses,packaging,high quality color prints.Key is the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volume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black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/>
        </p:nvSpPr>
        <p:spPr>
          <a:xfrm>
            <a:off x="45875" y="-8600"/>
            <a:ext cx="90981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BIT Depth: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Bit depth refers to the number of bits used to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represents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the color(intensity) of each pixels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More bits=more colors and shades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Less bits=less colors or shades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BIT depth in grayscale image: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275" y="1917775"/>
            <a:ext cx="3782325" cy="29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/>
        </p:nvSpPr>
        <p:spPr>
          <a:xfrm>
            <a:off x="2875" y="20075"/>
            <a:ext cx="9072300" cy="50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Bit depth in color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images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(RGB):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Have 3 channels(R,G,B)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in: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Raw camera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HDR imaging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High-end sensors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Professional color grading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2" name="Google Shape;1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825" y="262000"/>
            <a:ext cx="5444176" cy="197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/>
        </p:nvSpPr>
        <p:spPr>
          <a:xfrm>
            <a:off x="2875" y="-860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EXIF: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EXIF standards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-Exchable image file format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a standard that stores extra information inside image files images like JPEG,TIFF,Raw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metadata includes: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Camera settings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Date and time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Gps location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 processing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Device information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Where it is used?: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Computer vision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Forensics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Map and location apps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    Formats that does not support EXIF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-    PNG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-    GIF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-    BMP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/>
        </p:nvSpPr>
        <p:spPr>
          <a:xfrm>
            <a:off x="-18225" y="36425"/>
            <a:ext cx="9144000" cy="50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Roboto"/>
              <a:buChar char="●"/>
            </a:pP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1" lang="en-GB" sz="19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odes:</a:t>
            </a:r>
            <a:endParaRPr b="1" sz="19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Hands on - </a:t>
            </a:r>
            <a:r>
              <a:rPr lang="en-GB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https://colab.research.google.com/drive/1ov7DY8HomVY3fu8MiS-R-nXRQ17CbpjR#scrollTo=9fwq4qfzKiPU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POC -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Show how the same ML model (e.g., ResNet) performs differently on: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JPEG (low quality)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PNG (high quality)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WEBP (compressed)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en-GB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https://colab.research.google.com/drive/1FKHTct1V13nu0KFRR8ajkXBdGP9_U4Ce#scrollTo=oLPZbxd9M5Xw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